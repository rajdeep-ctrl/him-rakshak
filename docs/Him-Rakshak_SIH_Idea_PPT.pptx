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sz="1600" b="0"/>
              <a:t>  SIH26001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sz="1600" b="0"/>
              <a:t>  AI-Based Early Warning and Landslide Risk Monitoring System in NER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sz="1600" b="0"/>
              <a:t>  Disaster Management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sz="1600" b="0"/>
              <a:t>  [Fill your Team ID from portal]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sz="1600" b="0"/>
              <a:t>: Him-Rakshak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400"/>
              </a:spcAft>
            </a:pPr>
            <a:r>
              <a:rPr lang="en-US" sz="1250" b="0" dirty="0"/>
              <a:t>Collects real rainfall (IMD API), soil-moisture proxy, terrain/slope (SRTM/Bhuvan), satellite imagery, and historical landslide data (GSI) across NER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400"/>
              </a:spcAft>
            </a:pPr>
            <a:r>
              <a:rPr lang="en-US" sz="1250" b="0" dirty="0"/>
              <a:t>ML model (Random Forest / XGBoost) classifies zones as Low / Medium / High / Critical risk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400"/>
              </a:spcAft>
            </a:pPr>
            <a:r>
              <a:rPr lang="en-US" sz="1250" b="0" dirty="0"/>
              <a:t>Live GIS dashboard: risk heatmaps, road-connectivity status, weather forecasts, emergency prioritisation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400"/>
              </a:spcAft>
            </a:pPr>
            <a:r>
              <a:rPr lang="en-US" sz="1250" b="0" dirty="0"/>
              <a:t>Citizens/field officials upload geo-tagged photos/videos of cracks or blocked roads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400"/>
              </a:spcAft>
            </a:pPr>
            <a:r>
              <a:rPr lang="en-US" sz="1250" b="0" dirty="0"/>
              <a:t>Automated multilingual (English/Hindi/Assamese) alerts to authorities and communities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400"/>
              </a:spcAft>
            </a:pPr>
            <a:r>
              <a:rPr lang="en-US" sz="1250" b="0" dirty="0"/>
              <a:t>Shifts monitoring from reactive/manual to predictive real-time warning, giving authorities time to act before disaster strikes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400"/>
              </a:spcAft>
            </a:pPr>
            <a:r>
              <a:rPr lang="en-US" sz="1250" b="0" dirty="0"/>
              <a:t>Unifies live weather data, AI prediction, and crowdsourced field reports in one multilingual, low-network-ready platform built for NER terrain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Him-Rakshak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400"/>
              </a:spcAft>
            </a:pPr>
            <a:r>
              <a:rPr lang="en-US" sz="1300" b="0" dirty="0"/>
              <a:t>Python (scikit-learn, XGBoost), FastAPI backend, PostgreSQL (Supabase), React + Leaflet.js + Tailwind CSS dashboard, Twilio for alerts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400"/>
              </a:spcAft>
            </a:pPr>
            <a:r>
              <a:rPr lang="en-US" sz="1300" b="0" dirty="0"/>
              <a:t>Flow: IMD/GSI/Bhuvan data -&gt; feature engineering (rainfall, slope, soil-moisture, history) -&gt; ML risk model -&gt; FastAPI serves predictions -&gt; React/Leaflet dashboard -&gt; citizen reports feed back -&gt; automated alert on high risk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Him-Rakshak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250" b="0" dirty="0"/>
              <a:t>Built on free/open government data (IMD, GSI, Bhuvan) and open-source frameworks - technically feasible and cost-effective to build and scale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50" b="0" dirty="0"/>
              <a:t>No real IoT soil-sensors yet; satellite revisit-time (~5 days); patchy network in remote hills; production-scale SMS/telecom integration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15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250" b="0" dirty="0"/>
              <a:t>Use validated proxy sensor data now, phase in real IoT sensors later; combine satellite + crowdsourced reports; offline-first design with local caching; partner with telecom/NDMA for production alerts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Him-Rakshak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b="0" dirty="0"/>
              <a:t>District administrations, disaster authorities, local communities and travellers across NER get earlier, more accurate landslide warnings for timely evacuation and road-closure decisions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b="0" dirty="0"/>
              <a:t>Social: fewer lives lost | Economic: less infrastructure/road damage | Environmental: sustainable hill-slope management | Governance: data-driven, climate-resilient disaster preparedness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Him-Rakshak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400" b="0" dirty="0"/>
              <a:t>IMD Public Weather API - api.imd.gov.in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400" b="0" dirty="0"/>
              <a:t>Geological Survey of India, Bhukosh portal - bhukosh.gsi.gov.in (historical landslide records)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400" b="0" dirty="0"/>
              <a:t>ISRO Bhuvan / SRTM Digital Elevation Model (terrain and slope data)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400" b="0" dirty="0"/>
              <a:t>GSI National Landslide Susceptibility Mapping &amp; National Landslide Forecasting Centre (reference baseline)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Him-Rakshak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